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1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1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1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9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48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3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6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5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5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5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AF56E-C951-4E2B-8224-FE0105F5DC9B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C0A73-658E-403E-8E31-4E6991A2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3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8" y="361189"/>
            <a:ext cx="10245335" cy="3861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9544" y="4267199"/>
            <a:ext cx="968746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Check_sum = 0x01 + NOT (0x00+0x00+0x00+0x01) = 0x01+0xFE = 0xFF</a:t>
            </a:r>
          </a:p>
          <a:p>
            <a:r>
              <a:rPr lang="en-US" smtClean="0"/>
              <a:t>Check_sum = 0x01 + NOT (10+01+30+00+3F+01+56+70+2B+5E+71+2B+72+2B+73+21+46+01+34+21) </a:t>
            </a:r>
          </a:p>
          <a:p>
            <a:r>
              <a:rPr lang="en-US"/>
              <a:t> </a:t>
            </a:r>
            <a:r>
              <a:rPr lang="en-US" smtClean="0"/>
              <a:t>                    </a:t>
            </a:r>
            <a:r>
              <a:rPr lang="en-US" smtClean="0"/>
              <a:t>=  0x01 + NOT (11+30+40+C6+89+9C+9D +94+47+55) </a:t>
            </a:r>
          </a:p>
          <a:p>
            <a:r>
              <a:rPr lang="en-US"/>
              <a:t> </a:t>
            </a:r>
            <a:r>
              <a:rPr lang="en-US" smtClean="0"/>
              <a:t>                    </a:t>
            </a:r>
            <a:r>
              <a:rPr lang="en-US" smtClean="0"/>
              <a:t>= 0x01+NOT(41+106+125+131+9C) </a:t>
            </a:r>
          </a:p>
          <a:p>
            <a:r>
              <a:rPr lang="en-US"/>
              <a:t> </a:t>
            </a:r>
            <a:r>
              <a:rPr lang="en-US" smtClean="0"/>
              <a:t>                    </a:t>
            </a:r>
            <a:r>
              <a:rPr lang="en-US" smtClean="0"/>
              <a:t>= 0x01+NOT(147+256+9C) </a:t>
            </a:r>
          </a:p>
          <a:p>
            <a:r>
              <a:rPr lang="en-US"/>
              <a:t> </a:t>
            </a:r>
            <a:r>
              <a:rPr lang="en-US" smtClean="0"/>
              <a:t>                    </a:t>
            </a:r>
            <a:r>
              <a:rPr lang="en-US" smtClean="0"/>
              <a:t>= 0x01+NOT(439)</a:t>
            </a:r>
          </a:p>
          <a:p>
            <a:r>
              <a:rPr lang="en-US"/>
              <a:t> </a:t>
            </a:r>
            <a:r>
              <a:rPr lang="en-US" smtClean="0"/>
              <a:t>                    = 0xC7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7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856" y="645914"/>
            <a:ext cx="5194381" cy="49630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73" y="655817"/>
            <a:ext cx="5894172" cy="4952403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3933373" y="5950859"/>
            <a:ext cx="725714" cy="3483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789715" y="5820230"/>
            <a:ext cx="21759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smtClean="0"/>
              <a:t>Little endian</a:t>
            </a:r>
            <a:endParaRPr lang="en-US" sz="3000" b="1"/>
          </a:p>
        </p:txBody>
      </p:sp>
    </p:spTree>
    <p:extLst>
      <p:ext uri="{BB962C8B-B14F-4D97-AF65-F5344CB8AC3E}">
        <p14:creationId xmlns:p14="http://schemas.microsoft.com/office/powerpoint/2010/main" val="58426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72" y="1650677"/>
            <a:ext cx="6372648" cy="3208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571" y="1658179"/>
            <a:ext cx="5339886" cy="338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4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79" y="449942"/>
            <a:ext cx="9466606" cy="322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57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47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2021-03-23T13:30:24Z</dcterms:created>
  <dcterms:modified xsi:type="dcterms:W3CDTF">2021-03-23T15:06:42Z</dcterms:modified>
</cp:coreProperties>
</file>